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243D6B">
              <a:alpha val="60000"/>
            </a:srgbClr>
          </a:solidFill>
          <a:ln w="12700">
            <a:solidFill>
              <a:srgbClr val="243D6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371600" cy="1371600"/>
          </a:xfrm>
          <a:prstGeom prst="ellipse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ATENEYA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Simplificada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Associações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de reservas, restaurante e chamadas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100% online, sem hardware adicional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ateneya.com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das Associações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em papel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manuscritas, erros frequentes, impossível gerir em tempo real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212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nas mesas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6733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controlo de quem está sentado onde — difícil gerir a ocupação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à voz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5478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Chamar clientes sem confirmação se ouviram, fila desorganizada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31821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5478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saber picos de procura ou volume de refeições servidas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Web.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Hardware.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associação usa os dispositivos que já tem — tablets, telemóveis, computadores. Nada para comprar, nada para instalar.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548640"/>
            <a:ext cx="594360" cy="59436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548640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57800" y="548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browser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8595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Safari, Firefox — qualquer dispositivo, qualquer ecrã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594360" cy="59436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965960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na nuvem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22768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automático, sempre disponível, atualizado em tempo real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383280"/>
            <a:ext cx="594360" cy="59436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3383280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3383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incluídas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369417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funcionalidades sem custo adicional, sem reinstalações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do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Reservas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editar e cancelar reservas com estado em tempo real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188720"/>
            <a:ext cx="2743200" cy="16916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🍽️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19272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Restaurante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9272" y="22128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mesas, pedidos e comunicação com a cozinha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9904" y="1188720"/>
            <a:ext cx="2743200" cy="16916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2706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7064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27064" y="22128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Chamar clientes por ecrã público e notificação no telemóvel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691640"/>
          </a:xfrm>
          <a:prstGeom prst="rect">
            <a:avLst/>
          </a:prstGeom>
          <a:solidFill>
            <a:srgbClr val="F0FF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Gratuito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087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recebe notificação no telemóvel sem app — 0€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82112" y="3063240"/>
            <a:ext cx="2743200" cy="1691640"/>
          </a:xfrm>
          <a:prstGeom prst="rect">
            <a:avLst/>
          </a:prstGeom>
          <a:solidFill>
            <a:srgbClr val="F0FF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927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19272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Público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19272" y="4087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de chamadas para clientes sem smartphone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3063240"/>
            <a:ext cx="2743200" cy="1691640"/>
          </a:xfrm>
          <a:prstGeom prst="rect">
            <a:avLst/>
          </a:prstGeom>
          <a:solidFill>
            <a:srgbClr val="F0FF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2706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27064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27064" y="4087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Relatórios, estatísticas e gestão da associação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Reservas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total, em tempo real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5943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8988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Reservas com nome, número de pessoas e hora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5943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7510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Estados: Pendente → Confirmada → Sentada → Fechada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23744"/>
            <a:ext cx="5943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6032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Associar mesa à reserva — nome visível no card da mesa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943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4553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Mudar de mesa a meio do serviço sem perder histórico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94176"/>
            <a:ext cx="5943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3075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Partilhar link ou QR ao cliente para receber notificação push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5943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31596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Filtros por data, estado e pesquisa por nome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353312"/>
            <a:ext cx="2103120" cy="2560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5361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0€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Restaurante &amp; Mesas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0" y="960120"/>
            <a:ext cx="0" cy="384048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Mesas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533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Grelha em tempo real com estado de cada mesa: livre, ocupada, reservada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Reserva na Mesa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791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reserva está associada, o nome aparece no card — sabe sempre quem está onde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por Mesa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00507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pedidos por mesa enviados automaticamente para a cozinha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548640" cy="548640"/>
          </a:xfrm>
          <a:prstGeom prst="ellipse">
            <a:avLst/>
          </a:prstGeom>
          <a:solidFill>
            <a:srgbClr val="FFF8EE"/>
          </a:solidFill>
          <a:ln w="6350">
            <a:solidFill>
              <a:srgbClr val="F5C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de Cozinha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13533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em tempo real na cozinha — sem papel, sem confusão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548640" cy="548640"/>
          </a:xfrm>
          <a:prstGeom prst="ellipse">
            <a:avLst/>
          </a:prstGeom>
          <a:solidFill>
            <a:srgbClr val="FFF8EE"/>
          </a:solidFill>
          <a:ln w="6350">
            <a:solidFill>
              <a:srgbClr val="F5C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Mesa a Meio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6791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muda de lugar? Reassocia a reserva à nova mesa em segundos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548640" cy="548640"/>
          </a:xfrm>
          <a:prstGeom prst="ellipse">
            <a:avLst/>
          </a:prstGeom>
          <a:solidFill>
            <a:srgbClr val="FFF8EE"/>
          </a:solidFill>
          <a:ln w="6350">
            <a:solidFill>
              <a:srgbClr val="F5C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por Mesa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40050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conta com total calculado automaticamente por mesa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43D6B">
              <a:alpha val="50000"/>
            </a:srgbClr>
          </a:solidFill>
          <a:ln w="12700">
            <a:solidFill>
              <a:srgbClr val="243D6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Chamadas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8503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canais em simultâneo — nenhum cliente fica para trás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solidFill>
            <a:srgbClr val="243D6B"/>
          </a:solidFill>
          <a:ln w="9525">
            <a:solidFill>
              <a:srgbClr val="2E5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Ecrã de Chamadas Público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grande na sala de espera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Número/nome em destaque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monitor funciona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sem smartphone também são chamados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solidFill>
            <a:srgbClr val="1A6B4A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08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Notificação no Telemóvel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app para instalar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ou QR partilhado na chegada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gratuito via browser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recebe notificação onde estiver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Começar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 para a sua associação estar operacional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&amp; Setup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06624"/>
            <a:ext cx="100584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dias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de serviço, configuração do domínio e da conta da associação. Feito pela Ateneya remotamente.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57860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25112" y="1417320"/>
            <a:ext cx="640080" cy="640080"/>
          </a:xfrm>
          <a:prstGeom prst="ellipse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214884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10712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10712" y="2706624"/>
            <a:ext cx="100584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horas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0712" y="309067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de formação online ou presencial com a equipa. Manual de utilização incluído.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16752" y="257860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32904" y="1417320"/>
            <a:ext cx="640080" cy="640080"/>
          </a:xfrm>
          <a:prstGeom prst="ellipse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904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1344" y="214884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18504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18504" y="2706624"/>
            <a:ext cx="100584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18504" y="309067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ativo e operacional. Suporte incluído na mensalidade para qualquer dúvida ou ajuste.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Preços Transparentes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surpresas, sem custos ocultos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EEF4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Inicial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€300–600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Configuração completa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02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Domínio personalizado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Formação da equipa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Manual de utilização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62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Suporte no arranque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  <a:effectLst>
            <a:outerShdw sx="100000" sy="100000" kx="0" ky="0" algn="bl" rotWithShape="0" blurRad="190500" dist="50800" dir="5400000">
              <a:srgbClr val="888888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115568"/>
            <a:ext cx="1920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115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 Contínuo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€40–60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02920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Hosting &amp; servidor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Atualizações automáticas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Suporte contínuo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142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Backup diário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Novas funcionalidades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Porquê a Ateneya?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2588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utilizado pela Associação de Santana — sistema real, em produção, testado no terreno.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🇵🇹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em Portugal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9077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em português, adaptado à realidade das associações nacionais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606040"/>
            <a:ext cx="502920" cy="50292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9077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adapta-se às necessidades de cada associação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contínua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1879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funcionalidades adicionadas com base no feedback real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886200"/>
            <a:ext cx="502920" cy="502920"/>
          </a:xfrm>
          <a:prstGeom prst="ellipse">
            <a:avLst/>
          </a:prstGeom>
          <a:solidFill>
            <a:srgbClr val="EEF4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de longo prazo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41879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software genérico — é uma solução construída com as associações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43D6B">
              <a:alpha val="60000"/>
            </a:srgbClr>
          </a:solidFill>
          <a:ln w="12700">
            <a:solidFill>
              <a:srgbClr val="243D6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começar?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Contacte-nos e receba uma demonstração gratuita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adaptada à sua associação.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411480" cy="411480"/>
          </a:xfrm>
          <a:prstGeom prst="ellipse">
            <a:avLst/>
          </a:prstGeom>
          <a:solidFill>
            <a:srgbClr val="2E86AB">
              <a:alpha val="6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97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ateneya.com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411480" cy="411480"/>
          </a:xfrm>
          <a:prstGeom prst="ellipse">
            <a:avLst/>
          </a:prstGeom>
          <a:solidFill>
            <a:srgbClr val="2E86AB">
              <a:alpha val="6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geral@ateneya.com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411480" cy="411480"/>
          </a:xfrm>
          <a:prstGeom prst="ellipse">
            <a:avLst/>
          </a:prstGeom>
          <a:solidFill>
            <a:srgbClr val="2E86AB">
              <a:alpha val="6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gratuita — sem compromisso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320040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Demonstração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ATENEYA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2026-07-18T10:27:51Z</dcterms:created>
  <dcterms:modified xsi:type="dcterms:W3CDTF">2026-07-18T10:27:51Z</dcterms:modified>
</cp:coreProperties>
</file>